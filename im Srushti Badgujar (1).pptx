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odttf" ContentType="application/vnd.openxmlformats-officedocument.obfuscatedFont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Lato-italic.fntdata"/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1" Type="http://schemas.openxmlformats.org/officeDocument/2006/relationships/font" Target="fonts/Raleway-bold.fntdata"/><Relationship Id="rId3" Type="http://schemas.openxmlformats.org/officeDocument/2006/relationships/presProps" Target="presProps.xml"/><Relationship Id="rId25" Type="http://schemas.openxmlformats.org/officeDocument/2006/relationships/font" Target="fonts/Lato-bold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0" Type="http://schemas.openxmlformats.org/officeDocument/2006/relationships/font" Target="fonts/Raleway-regular.fntdata"/><Relationship Id="rId2" Type="http://schemas.openxmlformats.org/officeDocument/2006/relationships/viewProps" Target="viewProps.xml"/><Relationship Id="rId16" Type="http://schemas.openxmlformats.org/officeDocument/2006/relationships/slide" Target="slides/slide11.xml"/><Relationship Id="rId29" Type="http://schemas.openxmlformats.org/officeDocument/2006/relationships/customXml" Target="../customXml/item2.xml"/><Relationship Id="rId24" Type="http://schemas.openxmlformats.org/officeDocument/2006/relationships/font" Target="fonts/Lato-regular.fntdata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3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28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22" Type="http://schemas.openxmlformats.org/officeDocument/2006/relationships/font" Target="fonts/Raleway-italic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font" Target="fonts/Lato-boldItalic.fntdata"/><Relationship Id="rId14" Type="http://schemas.openxmlformats.org/officeDocument/2006/relationships/slide" Target="slides/slide9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a3c898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a3c89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293350f76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293350f7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293350f76_1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293350f76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293350f76_1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293350f7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293350f76_1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293350f76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293350f76_1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293350f76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293350f76_1_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293350f76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293350f76_1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293350f76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293350f76_1_5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293350f76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293350f76_1_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293350f76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293350f76_1_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293350f76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c6fa3c898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c6fa3c89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jpg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Relationship Id="rId4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Infinity Model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71717" y="17589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HTML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400298" y="1602675"/>
            <a:ext cx="55731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HTML (HyperText Markup Language) is the standard markup language used to create web pages. It is the backbone of every website, providing the fundamental structure and content.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0" name="Google Shape;80;p14"/>
          <p:cNvSpPr txBox="1"/>
          <p:nvPr>
            <p:ph idx="2" type="body"/>
          </p:nvPr>
        </p:nvSpPr>
        <p:spPr>
          <a:xfrm flipH="1" rot="3106106">
            <a:off x="8721918" y="4537840"/>
            <a:ext cx="363583" cy="67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None/>
            </a:pPr>
            <a:r>
              <a:rPr lang="en" sz="1600"/>
              <a:t>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1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1744837" y="33135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this code, we used bold letters and line breaks and even gave a title.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87" name="Google Shape;87;p15" title="Image 12-11-25 at 9.38 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00" y="1568825"/>
            <a:ext cx="3842727" cy="18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 title="Image 12-11-25 at 9.41 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9475" y="1777375"/>
            <a:ext cx="4359075" cy="125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2</a:t>
            </a:r>
            <a:endParaRPr/>
          </a:p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1744837" y="33135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this code, we used different </a:t>
            </a:r>
            <a:r>
              <a:rPr lang="en" sz="1600"/>
              <a:t>alignments</a:t>
            </a:r>
            <a:r>
              <a:rPr lang="en" sz="1600"/>
              <a:t> and paragraph tag.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95" name="Google Shape;95;p16" title="Image 12-11-25 at 9.47 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3750"/>
            <a:ext cx="3685448" cy="179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title="Image 12-11-25 at 9.58 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3925" y="1342713"/>
            <a:ext cx="4391752" cy="183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3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1744837" y="33135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this code, we used different heading tags and also colors.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03" name="Google Shape;103;p17" title="WhatsApp Image 2025-11-12 at 10.01.44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275" y="1363750"/>
            <a:ext cx="2810868" cy="179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 title="WhatsApp Image 2025-11-12 at 10.01.34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500" y="1211350"/>
            <a:ext cx="2571750" cy="21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4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1744837" y="33135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this code, we used different types of </a:t>
            </a:r>
            <a:r>
              <a:rPr lang="en" sz="1600"/>
              <a:t>attributes</a:t>
            </a:r>
            <a:r>
              <a:rPr lang="en" sz="1600"/>
              <a:t> like underline, italics, bold, etc.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11" name="Google Shape;111;p18" title="Image 12-11-25 at 10.04 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3750"/>
            <a:ext cx="4016126" cy="1797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 title="Image 12-11-25 at 10.05 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926" y="1363750"/>
            <a:ext cx="3057557" cy="179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5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1744837" y="33135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this code, we learned how to use tables.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19" name="Google Shape;119;p19" title="Image 12-11-25 at 10.11 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3750"/>
            <a:ext cx="3573166" cy="179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 title="Image 12-11-25 at 10.13 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7325" y="1525800"/>
            <a:ext cx="5157776" cy="183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6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1744837" y="33135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this code, we learned how to use photos and link them in different ways.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27" name="Google Shape;127;p20" title="Image 12-11-25 at 10.15 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3750"/>
            <a:ext cx="4476750" cy="179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 title="Image 12-11-25 at 10.16 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6550" y="1363750"/>
            <a:ext cx="2591843" cy="17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7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1744837" y="33135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this code, we learned how to use links in different ways.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35" name="Google Shape;135;p21" title="Image 12-11-25 at 10.23 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3750"/>
            <a:ext cx="4664673" cy="17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 title="Image 12-11-25 at 10.24 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7748" y="1363750"/>
            <a:ext cx="2723934" cy="179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8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1744837" y="33135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In this code, we learned how to make form.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43" name="Google Shape;143;p22" title="Image 12-11-25 at 10.29 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625" y="1211350"/>
            <a:ext cx="2095451" cy="1902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 title="Image 12-11-25 at 10.27 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1301" y="1363750"/>
            <a:ext cx="3845126" cy="179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1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1744837" y="33135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51" name="Google Shape;151;p23" title="Image 12-11-25 at 11.04 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6975" y="1418500"/>
            <a:ext cx="4035650" cy="315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4"/>
          <p:cNvSpPr txBox="1"/>
          <p:nvPr>
            <p:ph idx="1" type="body"/>
          </p:nvPr>
        </p:nvSpPr>
        <p:spPr>
          <a:xfrm>
            <a:off x="1744837" y="33135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58" name="Google Shape;158;p24" title="Image 12-11-25 at 11.06 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5675" y="1068275"/>
            <a:ext cx="2601424" cy="349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1744837" y="33135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65" name="Google Shape;165;p25" title="Image 12-11-25 at 11.06 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5675" y="1068275"/>
            <a:ext cx="2601424" cy="349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265500" y="1912650"/>
            <a:ext cx="4045200" cy="13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71" name="Google Shape;171;p2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1600"/>
              </a:spcAft>
              <a:buSzPts val="18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138A75CE9D984A9D11F7C64C7CF543" ma:contentTypeVersion="12" ma:contentTypeDescription="Create a new document." ma:contentTypeScope="" ma:versionID="fa6afbf194a6bb543a356426bda806a6">
  <xsd:schema xmlns:xsd="http://www.w3.org/2001/XMLSchema" xmlns:xs="http://www.w3.org/2001/XMLSchema" xmlns:p="http://schemas.microsoft.com/office/2006/metadata/properties" xmlns:ns2="19e798c7-2fdb-4bc1-94e2-b787ea6b13e2" xmlns:ns3="46fe2acc-d9d0-4bc0-ad35-f8eaf658fd1e" targetNamespace="http://schemas.microsoft.com/office/2006/metadata/properties" ma:root="true" ma:fieldsID="dcb0066034f5f31232f72f62e2c942a7" ns2:_="" ns3:_="">
    <xsd:import namespace="19e798c7-2fdb-4bc1-94e2-b787ea6b13e2"/>
    <xsd:import namespace="46fe2acc-d9d0-4bc0-ad35-f8eaf658fd1e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e798c7-2fdb-4bc1-94e2-b787ea6b13e2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e69592b-492b-4a9a-8d6d-eb7c5dc7e3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e2acc-d9d0-4bc0-ad35-f8eaf658fd1e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422877ae-2fcc-46f8-abdc-2b727bbe9420}" ma:internalName="TaxCatchAll" ma:showField="CatchAllData" ma:web="46fe2acc-d9d0-4bc0-ad35-f8eaf658f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fe2acc-d9d0-4bc0-ad35-f8eaf658fd1e" xsi:nil="true"/>
    <lcf76f155ced4ddcb4097134ff3c332f xmlns="19e798c7-2fdb-4bc1-94e2-b787ea6b13e2">
      <Terms xmlns="http://schemas.microsoft.com/office/infopath/2007/PartnerControls"/>
    </lcf76f155ced4ddcb4097134ff3c332f>
    <ReferenceId xmlns="19e798c7-2fdb-4bc1-94e2-b787ea6b13e2" xsi:nil="true"/>
  </documentManagement>
</p:properties>
</file>

<file path=customXml/itemProps1.xml><?xml version="1.0" encoding="utf-8"?>
<ds:datastoreItem xmlns:ds="http://schemas.openxmlformats.org/officeDocument/2006/customXml" ds:itemID="{9FEE0899-979F-4603-ABFF-E5626EC8BA87}"/>
</file>

<file path=customXml/itemProps2.xml><?xml version="1.0" encoding="utf-8"?>
<ds:datastoreItem xmlns:ds="http://schemas.openxmlformats.org/officeDocument/2006/customXml" ds:itemID="{139A6ECF-5755-463E-AAE8-17C925FCA0CE}"/>
</file>

<file path=customXml/itemProps3.xml><?xml version="1.0" encoding="utf-8"?>
<ds:datastoreItem xmlns:ds="http://schemas.openxmlformats.org/officeDocument/2006/customXml" ds:itemID="{B10EC121-F60C-4F32-BED9-C6C4092DCA64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0x0101003D138A75CE9D984A9D11F7C64C7CF543</vt:lpwstr>
  </property>
</Properties>
</file>